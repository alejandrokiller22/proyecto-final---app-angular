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Angular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Final - Desarrollo de Interfaces Web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0" y="3291840"/>
            <a:ext cx="2743200" cy="73152"/>
          </a:xfrm>
          <a:prstGeom prst="rect">
            <a:avLst/>
          </a:prstGeom>
          <a:solidFill>
            <a:srgbClr val="1E90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Alejandro Garcia-Mauriño Salas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Febrero 2025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Índice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45920" y="1417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del Proyecto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0116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Tecnologías Utilizadas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256032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2606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la Aplicación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315468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200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Principales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14400" y="374904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3794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 en Vivo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434340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45920" y="4389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Aprendizajes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01. Objetivo del Proyecto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0F8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Transformar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 portfolio web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estático en HTML/Bootstrap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</a:t>
            </a:r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 Angular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moderna, dinámica y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754880" y="1371600"/>
            <a:ext cx="365760" cy="36576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371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303520" y="1417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 (Single Page Application)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754880" y="2103120"/>
            <a:ext cx="365760" cy="36576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0352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Componentización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2834640"/>
            <a:ext cx="365760" cy="36576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2880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Enrutamiento dinámico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54880" y="3566160"/>
            <a:ext cx="365760" cy="36576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0352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estado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02. Tecnologías Utilizadas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2560320" cy="1188720"/>
          </a:xfrm>
          <a:prstGeom prst="rect">
            <a:avLst/>
          </a:prstGeom>
          <a:solidFill>
            <a:srgbClr val="F0F8FF"/>
          </a:solidFill>
          <a:ln w="25400">
            <a:solidFill>
              <a:srgbClr val="1E90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0876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63040" y="1554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 19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principal para SPA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371600"/>
            <a:ext cx="2560320" cy="1188720"/>
          </a:xfrm>
          <a:prstGeom prst="rect">
            <a:avLst/>
          </a:prstGeom>
          <a:solidFill>
            <a:srgbClr val="F0F8FF"/>
          </a:solidFill>
          <a:ln w="25400">
            <a:solidFill>
              <a:srgbClr val="1E90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150876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1554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Tipado fuerte y POO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371600"/>
            <a:ext cx="2560320" cy="1188720"/>
          </a:xfrm>
          <a:prstGeom prst="rect">
            <a:avLst/>
          </a:prstGeom>
          <a:solidFill>
            <a:srgbClr val="F0F8FF"/>
          </a:solidFill>
          <a:ln w="25400">
            <a:solidFill>
              <a:srgbClr val="1E90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0" y="1554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CSS responsive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2743200"/>
            <a:ext cx="2560320" cy="1188720"/>
          </a:xfrm>
          <a:prstGeom prst="rect">
            <a:avLst/>
          </a:prstGeom>
          <a:solidFill>
            <a:srgbClr val="F0F8FF"/>
          </a:solidFill>
          <a:ln w="25400">
            <a:solidFill>
              <a:srgbClr val="1E90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Rx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29260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RxJS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3429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reactiva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474720" y="2743200"/>
            <a:ext cx="2560320" cy="1188720"/>
          </a:xfrm>
          <a:prstGeom prst="rect">
            <a:avLst/>
          </a:prstGeom>
          <a:solidFill>
            <a:srgbClr val="F0F8FF"/>
          </a:solidFill>
          <a:ln w="25400">
            <a:solidFill>
              <a:srgbClr val="1E90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288036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206240" y="29260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657600" y="3429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Persistencia de datos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2743200"/>
            <a:ext cx="2560320" cy="1188720"/>
          </a:xfrm>
          <a:prstGeom prst="rect">
            <a:avLst/>
          </a:prstGeom>
          <a:solidFill>
            <a:srgbClr val="F0F8FF"/>
          </a:solidFill>
          <a:ln w="25400">
            <a:solidFill>
              <a:srgbClr val="1E90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2880360"/>
            <a:ext cx="457200" cy="457200"/>
          </a:xfrm>
          <a:prstGeom prst="ellipse">
            <a:avLst/>
          </a:prstGeom>
          <a:solidFill>
            <a:srgbClr val="1E90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49440" y="29260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SCSS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00800" y="3429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Preprocesador CSS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03. Arquitectura de la Aplicación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2286000" cy="1097280"/>
          </a:xfrm>
          <a:prstGeom prst="rect">
            <a:avLst/>
          </a:prstGeom>
          <a:solidFill>
            <a:srgbClr val="1E90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Navbar, Footer,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Project-Card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0" y="1737360"/>
            <a:ext cx="548640" cy="36576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371600"/>
            <a:ext cx="2286000" cy="1097280"/>
          </a:xfrm>
          <a:prstGeom prst="rect">
            <a:avLst/>
          </a:prstGeom>
          <a:solidFill>
            <a:srgbClr val="1E90FF"/>
          </a:solidFill>
          <a:ln/>
        </p:spPr>
      </p:sp>
      <p:sp>
        <p:nvSpPr>
          <p:cNvPr id="7" name="Text 5"/>
          <p:cNvSpPr/>
          <p:nvPr/>
        </p:nvSpPr>
        <p:spPr>
          <a:xfrm>
            <a:off x="3931920" y="15544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Home, Portfolio,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0" y="1737360"/>
            <a:ext cx="548640" cy="36576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0" y="1371600"/>
            <a:ext cx="1554480" cy="1097280"/>
          </a:xfrm>
          <a:prstGeom prst="rect">
            <a:avLst/>
          </a:prstGeom>
          <a:solidFill>
            <a:srgbClr val="1E90FF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0" y="15544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del Proyecto: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src/app/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components/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pages/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services/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interfaces/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└── models/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04. Funcionalidades Principales (1/2)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solidFill>
            <a:srgbClr val="F0F8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08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Enrutamiento Angular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Navegación SPA sin recargas • RouterLink y RouterOutlet • Scroll automático al cambiar página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606040"/>
            <a:ext cx="7772400" cy="1097280"/>
          </a:xfrm>
          <a:prstGeom prst="rect">
            <a:avLst/>
          </a:prstGeom>
          <a:solidFill>
            <a:srgbClr val="F0F8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43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con RxJS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PortfolioService con Observables • Gestión reactiva de proyectos • BehaviorSubject para estado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840480"/>
            <a:ext cx="7772400" cy="1097280"/>
          </a:xfrm>
          <a:prstGeom prst="rect">
            <a:avLst/>
          </a:prstGeom>
          <a:solidFill>
            <a:srgbClr val="F0F8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77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 usuario • Tema y audio persistentes • Auto-guardado de formularios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04. Funcionalidades Principales (2/2)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solidFill>
            <a:srgbClr val="F0F8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08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Formularios Reactivos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Validaciones en tiempo real • Mensajes de error personalizados • FormBuilder y Validators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606040"/>
            <a:ext cx="7772400" cy="1097280"/>
          </a:xfrm>
          <a:prstGeom prst="rect">
            <a:avLst/>
          </a:prstGeom>
          <a:solidFill>
            <a:srgbClr val="F0F8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43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Avanzado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fuertemente tipadas • Enums para configuración • Manejo de excepciones try-catch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840480"/>
            <a:ext cx="7772400" cy="1097280"/>
          </a:xfrm>
          <a:prstGeom prst="rect">
            <a:avLst/>
          </a:prstGeom>
          <a:solidFill>
            <a:srgbClr val="F0F8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77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Reutilizables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@Input() y @Output() • Project-Card con emisión de eventos • Comunicación entre componentes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05. Demostración en Vivo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743200" y="2377440"/>
            <a:ext cx="3657600" cy="73152"/>
          </a:xfrm>
          <a:prstGeom prst="rect">
            <a:avLst/>
          </a:prstGeom>
          <a:solidFill>
            <a:srgbClr val="1E90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0F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localhost:4200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828800" y="34747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Navegación fluida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Formulario con validaciones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06. Conclusiones y Aprendizajes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840480" cy="3200400"/>
          </a:xfrm>
          <a:prstGeom prst="rect">
            <a:avLst/>
          </a:prstGeom>
          <a:solidFill>
            <a:srgbClr val="F0F8F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Aprendizajes Clave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Arquitectura SPA</a:t>
            </a:r>
            <a:endParaRPr lang="en-US" sz="16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Servicios y Observables</a:t>
            </a:r>
            <a:endParaRPr lang="en-US" sz="16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TypeScript POO</a:t>
            </a:r>
            <a:endParaRPr lang="en-US" sz="16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Formularios reactivos</a:t>
            </a:r>
            <a:endParaRPr lang="en-US" sz="16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y GitHub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1E90FF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0" y="201168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0" y="228600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937760" y="36576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Responsive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Modular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Escalable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¡Gracias por su atención!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3200400" y="2560320"/>
            <a:ext cx="2743200" cy="73152"/>
          </a:xfrm>
          <a:prstGeom prst="rect">
            <a:avLst/>
          </a:prstGeom>
          <a:solidFill>
            <a:srgbClr val="1E90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Alejandro Garcia-Mauriño Salas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@Alejandrokiller22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https://github.com/Alejandrokiller22/Proyecto-Final---App-Angular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Angular - Proyecto Final</dc:title>
  <dc:subject>PptxGenJS Presentation</dc:subject>
  <dc:creator>Alejandro Garcia-Mauriño Salas</dc:creator>
  <cp:lastModifiedBy>Alejandro Garcia-Mauriño Salas</cp:lastModifiedBy>
  <cp:revision>1</cp:revision>
  <dcterms:created xsi:type="dcterms:W3CDTF">2026-02-25T17:26:48Z</dcterms:created>
  <dcterms:modified xsi:type="dcterms:W3CDTF">2026-02-25T17:26:48Z</dcterms:modified>
</cp:coreProperties>
</file>