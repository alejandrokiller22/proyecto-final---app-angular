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dKjG08Af0RlBseTUcKUeUpFL2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561d5fd2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561d5fd2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561d5fd2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561d5fd2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561d5fd2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561d5fd2e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561d5fd2e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561d5fd2e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561d5fd2e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561d5fd2e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561d5fd2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561d5fd2e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561d5fd2e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561d5fd2e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561d5fd2e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Portfolio Angular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8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0F8FF"/>
                </a:solidFill>
                <a:latin typeface="Arial"/>
                <a:ea typeface="Arial"/>
                <a:cs typeface="Arial"/>
                <a:sym typeface="Arial"/>
              </a:rPr>
              <a:t>Proyecto Final - Desarrollo de Interfaces Web </a:t>
            </a:r>
            <a:r>
              <a:rPr lang="en-US" sz="2400">
                <a:solidFill>
                  <a:srgbClr val="F0F8FF"/>
                </a:solidFill>
              </a:rPr>
              <a:t>y</a:t>
            </a:r>
            <a:r>
              <a:rPr b="0" i="0" lang="en-US" sz="2400" u="none" cap="none" strike="noStrike">
                <a:solidFill>
                  <a:srgbClr val="F0F8FF"/>
                </a:solidFill>
                <a:latin typeface="Arial"/>
                <a:ea typeface="Arial"/>
                <a:cs typeface="Arial"/>
                <a:sym typeface="Arial"/>
              </a:rPr>
              <a:t> Entorno Cliente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291840"/>
            <a:ext cx="2743200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Alejandro Garcia-Mauriño Salas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Febrero 202</a:t>
            </a:r>
            <a:r>
              <a:rPr lang="en-US">
                <a:solidFill>
                  <a:srgbClr val="666666"/>
                </a:solidFill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Índice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645920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Objetivo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645920" y="20116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645920" y="2606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Arquitectura de la Aplicación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45920" y="37947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Demostración en Vivo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45920" y="4389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Conclusiones y Aprendizajes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01. Objetivo del Proyecto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40080" y="137160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Transformar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mi portfolio web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estático en HTML/Bootstrap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 una </a:t>
            </a: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aplicación Angular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moderna, dinámica 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escalable.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754880" y="137160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75488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30352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SPA (Single Page Application)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303520" y="2148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Componentización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0" y="283464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754880" y="2834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303520" y="2880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Enrutamiento dinámico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54880" y="356616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754880" y="3566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303520" y="3611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Gestión de estado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02. Tecnologías Utilizadas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14400" y="1508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144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463040" y="15544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Angular 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14400" y="2057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Framework principal para SPA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474720" y="13716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657600" y="1508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6576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206240" y="15544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57600" y="2057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Tipado fuerte y POO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217920" y="13716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949440" y="15544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Bootstrap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00800" y="2057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Framework CSS responsive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31520" y="27432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63040" y="2926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RxJS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914400" y="3429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Programación reactiva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474720" y="27432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657600" y="28803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6576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206240" y="2926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0" y="3429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Persistencia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17920" y="2743200"/>
            <a:ext cx="2560320" cy="118872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1E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400800" y="2880360"/>
            <a:ext cx="457200" cy="4572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949440" y="2926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SCSS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0" y="3429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Preprocesador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03. Arquitectura de la Aplicación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1371600"/>
            <a:ext cx="2286000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31520" y="15544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Navbar, Footer,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Project-Card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200400" y="1737360"/>
            <a:ext cx="54864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931920" y="1371600"/>
            <a:ext cx="2286000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931920" y="15544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PÁGINAS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Home, Portfolio,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00800" y="1737360"/>
            <a:ext cx="54864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7132320" y="1371600"/>
            <a:ext cx="1554480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132320" y="155448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Estructura del Proyecto: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src/app/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components/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pages/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services/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interfaces/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models/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04. Funcionalidades Principales (1/2)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14400" y="1508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Enrutamiento Angular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Navegación SPA sin recargas • RouterLink y RouterOutlet • Scroll automático al cambiar página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1520" y="260604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Servicios con RxJS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PortfolioService con Observables • Gestión reactiva de proyectos • BehaviorSubject para estado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Preferencias de usuario • Tema y audio persistentes • Auto-guardado de formularios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04. Funcionalidades Principales (2/2)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14400" y="1508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Formularios Reactivos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Validaciones en tiempo real • Mensajes de error personalizados • FormBuilder y Validators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31520" y="260604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TypeScript Avanzado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Interfaces fuertemente tipadas • Enums para configuración • Manejo de excepciones try-catch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Componentes Reutilizables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@Input() y @Output() • Project-Card con emisión de eventos • Comunicación entre componentes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05. Demostración en Vivo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743200" y="2377440"/>
            <a:ext cx="3657600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8FF"/>
              </a:buClr>
              <a:buSzPts val="3200"/>
              <a:buFont typeface="Courier New"/>
              <a:buNone/>
            </a:pPr>
            <a:r>
              <a:rPr b="0" i="0" lang="en-US" sz="3200" u="none" cap="none" strike="noStrike">
                <a:solidFill>
                  <a:srgbClr val="F0F8FF"/>
                </a:solidFill>
                <a:latin typeface="Courier New"/>
                <a:ea typeface="Courier New"/>
                <a:cs typeface="Courier New"/>
                <a:sym typeface="Courier New"/>
              </a:rPr>
              <a:t>localhost:4200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828800" y="3474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Navegación fluida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Formulario con validaciones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9561d5fd2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4819"/>
            <a:ext cx="9322474" cy="4021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9561d5fd2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37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9561d5fd2e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1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9561d5fd2e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525" y="127000"/>
            <a:ext cx="7502699" cy="48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9561d5fd2e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100" y="0"/>
            <a:ext cx="27557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06. Conclusiones y Aprendizajes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Aprendizajes Clave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1440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Arquitectura SPA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Servicios y Observables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TypeScript POO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Formularios reactivos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Git y 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943600" y="2011680"/>
            <a:ext cx="1371600" cy="137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943600" y="2286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937760" y="36576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Responsive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Modular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Escalable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¡Gracias por su atención!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200400" y="2560320"/>
            <a:ext cx="2743200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Alejandro Garcia-Mauriño Salas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8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0F8FF"/>
                </a:solidFill>
                <a:latin typeface="Arial"/>
                <a:ea typeface="Arial"/>
                <a:cs typeface="Arial"/>
                <a:sym typeface="Arial"/>
              </a:rPr>
              <a:t>GitHub: @Alejandrokiller22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https://github.com/Alejandrokiller22/Proyecto-Final---App-Angular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2026-02-25T17:26:48Z</dcterms:created>
  <dc:creator>Alejandro Garcia-Mauriño Salas</dc:creator>
</cp:coreProperties>
</file>